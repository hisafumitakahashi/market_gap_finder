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40680" y="914400"/>
            <a:ext cx="61722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133856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22833"/>
                </a:solidFill>
                <a:latin typeface="Meiryo"/>
              </a:rPr>
              <a:t>ほとんどのエリアは店舗数1〜2軒。一部だけ100軒超。対数変換で公平に比較。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人口データの10.1%が欠損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説明変数（26特徴量）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地価・Google評価（3）、ジャンル関連（5）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5568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6400800"/>
                <a:gridCol w="237744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総人口、労働人口、成人、高齢者、世帯数、単身世帯、若年単身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労働人口率、高齢者率、単身率、若年単身率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他ジャンル店舗数、商業密度ランク、近隣平均店舗数、飽和度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地価、Google平均評価、店あたりレビュー数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ジャンル種別、多様性、集中度(HHI)、近隣平均人口、Google密度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MLは26特徴量を使用（人口系含む）。人口欠損10.1%はゼロ埋め。Optuna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50292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868680"/>
            <a:ext cx="585216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005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32588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本来は新しい時点のデータで精度を測るのが理想だが、時系列データが取れない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学習データで評価するとリーケージ（情報漏れ）になるため、店舗数の分布が均等になるよう層化分割して汎化性能を測る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0632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2004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520440"/>
            <a:ext cx="5394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9204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50292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5349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+ 26特徴量ML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